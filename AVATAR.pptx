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8" r:id="rId5"/>
    <p:sldId id="256" r:id="rId6"/>
    <p:sldId id="257" r:id="rId7"/>
    <p:sldId id="258" r:id="rId8"/>
    <p:sldId id="259" r:id="rId9"/>
    <p:sldId id="260" r:id="rId10"/>
    <p:sldId id="262" r:id="rId11"/>
    <p:sldId id="263" r:id="rId12"/>
    <p:sldId id="265" r:id="rId13"/>
    <p:sldId id="264" r:id="rId14"/>
    <p:sldId id="266" r:id="rId15"/>
    <p:sldId id="267" r:id="rId16"/>
  </p:sldIdLst>
  <p:sldSz cx="12192000" cy="6858000"/>
  <p:notesSz cx="6858000" cy="9144000"/>
  <p:defaultTextStyle>
    <a:defPPr>
      <a:defRPr lang="es-C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0FC60B-625E-40BF-B0F9-AE6FA46536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430DDC1-C570-4B81-BD6C-320D1BD68C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384DE1-1551-4FFA-B292-4DFFF234C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A6490-C75D-4646-8323-A4F797795E26}" type="datetimeFigureOut">
              <a:rPr lang="es-CR" smtClean="0"/>
              <a:t>17/8/2022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776D719-001B-4059-8482-86384347D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7AA081-619C-43AE-A8A1-A6503B8D3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B214F-B920-4E24-B93F-174CD37E466F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05476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F36FDB-C6D3-4451-826C-F4F66AD45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A0269C-D79C-4D1D-B88D-3702C352D4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3B9732D-8697-413E-A1E6-AB04AC815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A6490-C75D-4646-8323-A4F797795E26}" type="datetimeFigureOut">
              <a:rPr lang="es-CR" smtClean="0"/>
              <a:t>17/8/2022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1F44B14-244B-452E-BAB6-620DC5B01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C02DC49-FAB4-4889-A3EC-BC2A4B0B9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B214F-B920-4E24-B93F-174CD37E466F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711611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6C026A-648A-457F-8D0D-E389FDC69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D7AC4FA-9874-460E-A3A2-129FF6038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E2CB7E4-718B-4B17-AA49-A622D70B1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A6490-C75D-4646-8323-A4F797795E26}" type="datetimeFigureOut">
              <a:rPr lang="es-CR" smtClean="0"/>
              <a:t>17/8/2022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793A17-9FFF-4A0D-A1C3-BCF9F5471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A0378B8-14C3-4826-AE4E-681CDD164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B214F-B920-4E24-B93F-174CD37E466F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613615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9FE6E1-64B4-4701-9F77-74F63C2EF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26EF68A-ED0E-4BE5-AE29-8D23EDF7B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9560E57-882E-4678-A151-E8649456E0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AE30DAD-6E76-403C-A680-B20D8EBAE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A6490-C75D-4646-8323-A4F797795E26}" type="datetimeFigureOut">
              <a:rPr lang="es-CR" smtClean="0"/>
              <a:t>17/8/2022</a:t>
            </a:fld>
            <a:endParaRPr lang="es-C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2127A46-C53F-43F4-8A56-9FF9A9C98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8C19E11-F024-4B6D-88BC-B85AEA0A0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B214F-B920-4E24-B93F-174CD37E466F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206656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2EF6E6-EFA4-473B-9836-CFEC426CF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CB3CB9E-53B4-4325-8D95-60D6F03896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A022F8D-D637-4B3B-943B-191E04187C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6DD927A-8467-4CC5-9052-BC40C348C9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084B65D-EC23-43BE-9A3C-27AA28A23C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16E1F23-BD07-46B2-A370-9E9D05D8B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A6490-C75D-4646-8323-A4F797795E26}" type="datetimeFigureOut">
              <a:rPr lang="es-CR" smtClean="0"/>
              <a:t>17/8/2022</a:t>
            </a:fld>
            <a:endParaRPr lang="es-C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ADB4F23-A60C-460A-941D-A54F618A9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DCAD9FC-795D-4E9B-9EDA-E719AA831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B214F-B920-4E24-B93F-174CD37E466F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929207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6FF012-3DE5-4792-A81C-FC97EAB3B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2002FAE-E1D2-41B1-81B9-498835425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A6490-C75D-4646-8323-A4F797795E26}" type="datetimeFigureOut">
              <a:rPr lang="es-CR" smtClean="0"/>
              <a:t>17/8/2022</a:t>
            </a:fld>
            <a:endParaRPr lang="es-C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744A13B-D8F7-4B11-B221-14B38669B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0CC0244-136B-48A6-AF4D-2C959EABD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B214F-B920-4E24-B93F-174CD37E466F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774567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981FE55-4348-4A6B-AD8B-C41692396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A6490-C75D-4646-8323-A4F797795E26}" type="datetimeFigureOut">
              <a:rPr lang="es-CR" smtClean="0"/>
              <a:t>17/8/2022</a:t>
            </a:fld>
            <a:endParaRPr lang="es-C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4B7E094-D628-4E40-8645-39CC60045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3BF21D4-3D91-4F96-B48B-0ABB1FA24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B214F-B920-4E24-B93F-174CD37E466F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635597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B07DD4-5426-4E47-A606-99F132859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674E1F9-4FF9-439B-B105-0539098DA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0BA5B43-DA38-4A44-AD65-3E6A9E9D8D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BEFCC7E-8AE3-4EFD-9A7E-29E8DE53C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A6490-C75D-4646-8323-A4F797795E26}" type="datetimeFigureOut">
              <a:rPr lang="es-CR" smtClean="0"/>
              <a:t>17/8/2022</a:t>
            </a:fld>
            <a:endParaRPr lang="es-C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0FD3E6E-E979-4D9D-975A-12C83822F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C5A56EA-E4BC-4544-97E7-31C922613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B214F-B920-4E24-B93F-174CD37E466F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274323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D5C66E-F849-4F6F-899B-7AEE0A1F7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D80BCF6-7FA4-44D7-86DF-2AF82A88D8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D0003E2-6CFB-4534-AA20-D2F9704FE6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ECA4669-C608-469F-A06C-DBE18C1FA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A6490-C75D-4646-8323-A4F797795E26}" type="datetimeFigureOut">
              <a:rPr lang="es-CR" smtClean="0"/>
              <a:t>17/8/2022</a:t>
            </a:fld>
            <a:endParaRPr lang="es-C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8DE7370-8875-4830-A784-7118AB69B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81D377C-2D27-4C96-B394-15426F5B7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B214F-B920-4E24-B93F-174CD37E466F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463578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9B48F0-F074-4B44-84D1-0DC3809B1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04A2ED2-A5F6-4E53-96BE-1C1F633307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60084A2-5408-4900-82ED-66D02ED11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A6490-C75D-4646-8323-A4F797795E26}" type="datetimeFigureOut">
              <a:rPr lang="es-CR" smtClean="0"/>
              <a:t>17/8/2022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FCBF1FF-A5F1-4A51-AA41-6E3B1A319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E41FB4-3B2F-4EFB-B19C-AC9DF64E5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B214F-B920-4E24-B93F-174CD37E466F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334834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6163550-BB6E-4D55-ACBE-55B15FE7A2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1B7376B-898F-4D3C-A27A-F7BDCB39D9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6BF3986-D48A-42BD-8539-CC90E8341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A6490-C75D-4646-8323-A4F797795E26}" type="datetimeFigureOut">
              <a:rPr lang="es-CR" smtClean="0"/>
              <a:t>17/8/2022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1F49609-9F51-482D-914F-653D2A2DE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5306541-3521-4799-854C-5220F159B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B214F-B920-4E24-B93F-174CD37E466F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891292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E73E3B8-9EFE-4008-B78D-D0CEA0068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043F08-F8F0-4BDD-8376-3B980C829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5CF5399-DC05-453D-8EF9-8C38A31BAA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CA6490-C75D-4646-8323-A4F797795E26}" type="datetimeFigureOut">
              <a:rPr lang="es-CR" smtClean="0"/>
              <a:t>17/8/2022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FF21A44-FD68-4074-AB0E-E55679EDD7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3318C8-BAE5-41DD-ACF5-BD71025AE0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6B214F-B920-4E24-B93F-174CD37E466F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646936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atricula.ucimed.com/siges/log/menu.jsp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CAD28F-F6FD-4B66-9E9C-F8271449D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Usuario y clave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89D003-157C-48ED-8A71-A46CEA526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dirty="0"/>
              <a:t>Usuario: 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112940067</a:t>
            </a:r>
            <a:endParaRPr lang="es-CR" dirty="0"/>
          </a:p>
          <a:p>
            <a:r>
              <a:rPr lang="es-CR" dirty="0"/>
              <a:t>Clave: 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Oscar.2022</a:t>
            </a:r>
            <a:br>
              <a:rPr lang="es-CR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685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4064B1-98C0-40A0-829E-D2EAD629D9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28514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s-MX" b="1" dirty="0">
                <a:latin typeface="Century Gothic" panose="020B0502020202020204" pitchFamily="34" charset="0"/>
              </a:rPr>
              <a:t> </a:t>
            </a:r>
            <a:br>
              <a:rPr lang="es-CR" dirty="0">
                <a:latin typeface="Century Gothic" panose="020B0502020202020204" pitchFamily="34" charset="0"/>
              </a:rPr>
            </a:br>
            <a:r>
              <a:rPr lang="es-MX" b="1" dirty="0">
                <a:latin typeface="Century Gothic" panose="020B0502020202020204" pitchFamily="34" charset="0"/>
              </a:rPr>
              <a:t>GUÍA DE USO PLATAFORMA AVATAR</a:t>
            </a:r>
            <a:br>
              <a:rPr lang="es-CR" dirty="0">
                <a:latin typeface="Century Gothic" panose="020B0502020202020204" pitchFamily="34" charset="0"/>
              </a:rPr>
            </a:br>
            <a:endParaRPr lang="es-CR" dirty="0">
              <a:latin typeface="Century Gothic" panose="020B0502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C7E7CD4-48E1-4AAF-8E1C-B6D685AE1C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0976" y="2677964"/>
            <a:ext cx="1500638" cy="1494734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039FAB0A-5C07-442A-BDAA-93FCD189275B}"/>
              </a:ext>
            </a:extLst>
          </p:cNvPr>
          <p:cNvSpPr/>
          <p:nvPr/>
        </p:nvSpPr>
        <p:spPr>
          <a:xfrm>
            <a:off x="2173356" y="4404564"/>
            <a:ext cx="7845287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2800" dirty="0">
                <a:latin typeface="Century Gothic" panose="020B0502020202020204" pitchFamily="34" charset="0"/>
              </a:rPr>
              <a:t>Ingresar a la página principal desde Navegador de Mozilla Firefox: </a:t>
            </a:r>
            <a:r>
              <a:rPr lang="es-MX" sz="2800" dirty="0">
                <a:latin typeface="Century Gothic" panose="020B0502020202020204" pitchFamily="34" charset="0"/>
                <a:hlinkClick r:id="rId3"/>
              </a:rPr>
              <a:t>https://matricula.ucimed.com/siges/log/menu.jsp</a:t>
            </a:r>
            <a:r>
              <a:rPr lang="es-MX" sz="2800" dirty="0">
                <a:latin typeface="Century Gothic" panose="020B0502020202020204" pitchFamily="34" charset="0"/>
              </a:rPr>
              <a:t> </a:t>
            </a:r>
            <a:endParaRPr lang="es-CR" sz="2800" dirty="0">
              <a:latin typeface="Century Gothic" panose="020B0502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DDE269A-B3EB-4A4D-A93A-0EB0D7A6E4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43064" y1="55556" x2="61272" y2="52941"/>
                        <a14:foregroundMark x1="61272" y1="52941" x2="79480" y2="53595"/>
                        <a14:foregroundMark x1="46821" y1="59477" x2="89306" y2="59477"/>
                        <a14:foregroundMark x1="43642" y1="47712" x2="43642" y2="59477"/>
                        <a14:foregroundMark x1="50289" y1="43791" x2="50289" y2="4379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705598" y="2616641"/>
            <a:ext cx="3657601" cy="161737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B2DF208-BF7B-414E-B96A-401BC5E2A12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6911" b="14648"/>
          <a:stretch/>
        </p:blipFill>
        <p:spPr>
          <a:xfrm>
            <a:off x="2989115" y="3002838"/>
            <a:ext cx="1489705" cy="84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252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E8491ECD-EAFB-4F4C-AC68-A8957F92D9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4178" y="175216"/>
            <a:ext cx="10623643" cy="6507567"/>
          </a:xfrm>
          <a:prstGeom prst="rect">
            <a:avLst/>
          </a:prstGeom>
        </p:spPr>
      </p:pic>
      <p:sp>
        <p:nvSpPr>
          <p:cNvPr id="7" name="Flecha: a la derecha 6">
            <a:extLst>
              <a:ext uri="{FF2B5EF4-FFF2-40B4-BE49-F238E27FC236}">
                <a16:creationId xmlns:a16="http://schemas.microsoft.com/office/drawing/2014/main" id="{E473DC82-1FA4-4461-9F78-6AD42AB1A13A}"/>
              </a:ext>
            </a:extLst>
          </p:cNvPr>
          <p:cNvSpPr/>
          <p:nvPr/>
        </p:nvSpPr>
        <p:spPr>
          <a:xfrm>
            <a:off x="1497495" y="3167268"/>
            <a:ext cx="1510749" cy="192159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7A6C2977-685F-4673-B0A9-9D108726C343}"/>
              </a:ext>
            </a:extLst>
          </p:cNvPr>
          <p:cNvSpPr/>
          <p:nvPr/>
        </p:nvSpPr>
        <p:spPr>
          <a:xfrm>
            <a:off x="1497494" y="3505202"/>
            <a:ext cx="1510749" cy="19216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426863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46DBC24A-E389-408B-AE74-9B5AAD4283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5820" y="464198"/>
            <a:ext cx="10780360" cy="5929604"/>
          </a:xfrm>
          <a:prstGeom prst="rect">
            <a:avLst/>
          </a:prstGeom>
        </p:spPr>
      </p:pic>
      <p:sp>
        <p:nvSpPr>
          <p:cNvPr id="5" name="Flecha: a la derecha 4">
            <a:extLst>
              <a:ext uri="{FF2B5EF4-FFF2-40B4-BE49-F238E27FC236}">
                <a16:creationId xmlns:a16="http://schemas.microsoft.com/office/drawing/2014/main" id="{59BCA17A-3380-4450-9DD9-5849F1369A68}"/>
              </a:ext>
            </a:extLst>
          </p:cNvPr>
          <p:cNvSpPr/>
          <p:nvPr/>
        </p:nvSpPr>
        <p:spPr>
          <a:xfrm>
            <a:off x="914401" y="2620618"/>
            <a:ext cx="2809461" cy="506896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>
              <a:solidFill>
                <a:srgbClr val="FF0000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4AAE7F3-F8DE-4928-A63C-6F724287D703}"/>
              </a:ext>
            </a:extLst>
          </p:cNvPr>
          <p:cNvSpPr/>
          <p:nvPr/>
        </p:nvSpPr>
        <p:spPr>
          <a:xfrm>
            <a:off x="1785730" y="1264113"/>
            <a:ext cx="1431235" cy="18553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428441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C9EEBC2D-6E31-4735-8650-8995D61922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9926" y="375428"/>
            <a:ext cx="10792145" cy="6107144"/>
          </a:xfrm>
          <a:prstGeom prst="rect">
            <a:avLst/>
          </a:prstGeom>
        </p:spPr>
      </p:pic>
      <p:sp>
        <p:nvSpPr>
          <p:cNvPr id="5" name="Flecha: a la derecha 4">
            <a:extLst>
              <a:ext uri="{FF2B5EF4-FFF2-40B4-BE49-F238E27FC236}">
                <a16:creationId xmlns:a16="http://schemas.microsoft.com/office/drawing/2014/main" id="{DDC14CF6-292C-4FB3-9DF8-9776578C89AE}"/>
              </a:ext>
            </a:extLst>
          </p:cNvPr>
          <p:cNvSpPr/>
          <p:nvPr/>
        </p:nvSpPr>
        <p:spPr>
          <a:xfrm rot="10800000">
            <a:off x="6095999" y="1669773"/>
            <a:ext cx="1802296" cy="371061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ECCC945-4CCC-4527-874D-777C59852F56}"/>
              </a:ext>
            </a:extLst>
          </p:cNvPr>
          <p:cNvSpPr/>
          <p:nvPr/>
        </p:nvSpPr>
        <p:spPr>
          <a:xfrm>
            <a:off x="2845904" y="578196"/>
            <a:ext cx="1431235" cy="18553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756498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10B987-7E60-464D-8236-23B838ACF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FB0A28-E7AA-45BD-B346-18F229C222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R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9B88614-0AFF-4D3C-B6BB-F0FF7C2791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51" y="321363"/>
            <a:ext cx="11829053" cy="6215273"/>
          </a:xfrm>
          <a:prstGeom prst="rect">
            <a:avLst/>
          </a:prstGeom>
        </p:spPr>
      </p:pic>
      <p:sp>
        <p:nvSpPr>
          <p:cNvPr id="5" name="Flecha: a la derecha 4">
            <a:extLst>
              <a:ext uri="{FF2B5EF4-FFF2-40B4-BE49-F238E27FC236}">
                <a16:creationId xmlns:a16="http://schemas.microsoft.com/office/drawing/2014/main" id="{4B7570D0-AA6A-4FB5-9509-1D5362E5E349}"/>
              </a:ext>
            </a:extLst>
          </p:cNvPr>
          <p:cNvSpPr/>
          <p:nvPr/>
        </p:nvSpPr>
        <p:spPr>
          <a:xfrm rot="10800000">
            <a:off x="4234069" y="2330519"/>
            <a:ext cx="1186070" cy="19878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7" name="Flecha: a la derecha 6">
            <a:extLst>
              <a:ext uri="{FF2B5EF4-FFF2-40B4-BE49-F238E27FC236}">
                <a16:creationId xmlns:a16="http://schemas.microsoft.com/office/drawing/2014/main" id="{5B73F426-CB10-43AC-88A1-735D1662B89A}"/>
              </a:ext>
            </a:extLst>
          </p:cNvPr>
          <p:cNvSpPr/>
          <p:nvPr/>
        </p:nvSpPr>
        <p:spPr>
          <a:xfrm rot="10800000">
            <a:off x="3641034" y="2574236"/>
            <a:ext cx="1186070" cy="19878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910582D-5B2C-401E-B337-1B8EABCAF8F7}"/>
              </a:ext>
            </a:extLst>
          </p:cNvPr>
          <p:cNvSpPr txBox="1"/>
          <p:nvPr/>
        </p:nvSpPr>
        <p:spPr>
          <a:xfrm>
            <a:off x="5420139" y="2232914"/>
            <a:ext cx="42605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/>
              <a:t>Sede: Universidad de Ciencias Médicas</a:t>
            </a:r>
            <a:endParaRPr lang="es-CR" sz="16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1C21815-B1E4-4164-8029-C8C1AAA23145}"/>
              </a:ext>
            </a:extLst>
          </p:cNvPr>
          <p:cNvSpPr txBox="1"/>
          <p:nvPr/>
        </p:nvSpPr>
        <p:spPr>
          <a:xfrm>
            <a:off x="4844413" y="2501349"/>
            <a:ext cx="838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/>
              <a:t>2021</a:t>
            </a:r>
            <a:endParaRPr lang="es-CR" sz="1600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81915B8-B9AF-480E-BF0C-35F427A3336C}"/>
              </a:ext>
            </a:extLst>
          </p:cNvPr>
          <p:cNvSpPr/>
          <p:nvPr/>
        </p:nvSpPr>
        <p:spPr>
          <a:xfrm>
            <a:off x="2408582" y="1173025"/>
            <a:ext cx="1431235" cy="18553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564367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87CE8078-16B3-4530-84A0-0FCB98845D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3973" y="293273"/>
            <a:ext cx="11239983" cy="6271454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9017872-7CD3-402D-89AA-1B0DBEAF7CE1}"/>
              </a:ext>
            </a:extLst>
          </p:cNvPr>
          <p:cNvSpPr txBox="1"/>
          <p:nvPr/>
        </p:nvSpPr>
        <p:spPr>
          <a:xfrm>
            <a:off x="3935895" y="2941982"/>
            <a:ext cx="49430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El período se debe seleccionar según el cuatrimestre actual del año en curso</a:t>
            </a:r>
            <a:endParaRPr lang="es-CR" dirty="0"/>
          </a:p>
        </p:txBody>
      </p:sp>
      <p:sp>
        <p:nvSpPr>
          <p:cNvPr id="9" name="Flecha: a la izquierda y arriba 8">
            <a:extLst>
              <a:ext uri="{FF2B5EF4-FFF2-40B4-BE49-F238E27FC236}">
                <a16:creationId xmlns:a16="http://schemas.microsoft.com/office/drawing/2014/main" id="{79F25734-F787-47EF-84FC-E9BD66CD536D}"/>
              </a:ext>
            </a:extLst>
          </p:cNvPr>
          <p:cNvSpPr/>
          <p:nvPr/>
        </p:nvSpPr>
        <p:spPr>
          <a:xfrm>
            <a:off x="3869634" y="3588313"/>
            <a:ext cx="2014330" cy="646331"/>
          </a:xfrm>
          <a:prstGeom prst="left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C45CC41-3879-427E-A0E6-2F9E12F876A9}"/>
              </a:ext>
            </a:extLst>
          </p:cNvPr>
          <p:cNvSpPr/>
          <p:nvPr/>
        </p:nvSpPr>
        <p:spPr>
          <a:xfrm>
            <a:off x="2504660" y="1201697"/>
            <a:ext cx="1431235" cy="18553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509434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C15DC0A-C599-457F-B211-86554BC7F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155" y="1178590"/>
            <a:ext cx="11807687" cy="5129445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A159740D-D7F0-4FFC-BCBD-A6A71889B331}"/>
              </a:ext>
            </a:extLst>
          </p:cNvPr>
          <p:cNvSpPr/>
          <p:nvPr/>
        </p:nvSpPr>
        <p:spPr>
          <a:xfrm>
            <a:off x="2531166" y="1455157"/>
            <a:ext cx="1431235" cy="18553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64A62D3-5F33-4FDC-ACED-A73A01B85F62}"/>
              </a:ext>
            </a:extLst>
          </p:cNvPr>
          <p:cNvSpPr txBox="1"/>
          <p:nvPr/>
        </p:nvSpPr>
        <p:spPr>
          <a:xfrm>
            <a:off x="1457737" y="809258"/>
            <a:ext cx="9276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En esta pantalla aparecen le aparecen los grupos asignados para subir las notas</a:t>
            </a:r>
            <a:endParaRPr lang="es-CR" dirty="0"/>
          </a:p>
        </p:txBody>
      </p:sp>
      <p:sp>
        <p:nvSpPr>
          <p:cNvPr id="10" name="Flecha: a la derecha 9">
            <a:extLst>
              <a:ext uri="{FF2B5EF4-FFF2-40B4-BE49-F238E27FC236}">
                <a16:creationId xmlns:a16="http://schemas.microsoft.com/office/drawing/2014/main" id="{1C89B39E-E4BC-4BCB-AB9C-27A27F8D3F49}"/>
              </a:ext>
            </a:extLst>
          </p:cNvPr>
          <p:cNvSpPr/>
          <p:nvPr/>
        </p:nvSpPr>
        <p:spPr>
          <a:xfrm rot="10800000">
            <a:off x="1457737" y="4172571"/>
            <a:ext cx="1186070" cy="19878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207758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3E918B2-2887-480D-A029-EE40950A8FA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735442"/>
            <a:ext cx="10515600" cy="5387116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MX" dirty="0">
              <a:latin typeface="Century Gothic" panose="020B0502020202020204" pitchFamily="34" charset="0"/>
            </a:endParaRPr>
          </a:p>
          <a:p>
            <a:pPr algn="ctr"/>
            <a:r>
              <a:rPr lang="es-MX" dirty="0">
                <a:latin typeface="Century Gothic" panose="020B0502020202020204" pitchFamily="34" charset="0"/>
              </a:rPr>
              <a:t>En la siguiente pantalla aparece el nombre de cada estudiante matriculado en el curso.</a:t>
            </a:r>
            <a:br>
              <a:rPr lang="es-MX" dirty="0">
                <a:latin typeface="Century Gothic" panose="020B0502020202020204" pitchFamily="34" charset="0"/>
              </a:rPr>
            </a:br>
            <a:endParaRPr lang="es-MX" dirty="0">
              <a:latin typeface="Century Gothic" panose="020B0502020202020204" pitchFamily="34" charset="0"/>
            </a:endParaRPr>
          </a:p>
          <a:p>
            <a:pPr algn="ctr"/>
            <a:r>
              <a:rPr lang="es-MX" dirty="0">
                <a:latin typeface="Century Gothic" panose="020B0502020202020204" pitchFamily="34" charset="0"/>
              </a:rPr>
              <a:t>Para este momento las notas que se ingresan son definitivas, y deben estar redondeadas con el reglamento Universitario.</a:t>
            </a:r>
            <a:br>
              <a:rPr lang="es-MX" dirty="0">
                <a:latin typeface="Century Gothic" panose="020B0502020202020204" pitchFamily="34" charset="0"/>
              </a:rPr>
            </a:br>
            <a:endParaRPr lang="es-MX" dirty="0">
              <a:latin typeface="Century Gothic" panose="020B0502020202020204" pitchFamily="34" charset="0"/>
            </a:endParaRPr>
          </a:p>
          <a:p>
            <a:pPr algn="ctr"/>
            <a:r>
              <a:rPr lang="es-MX" dirty="0">
                <a:latin typeface="Century Gothic" panose="020B0502020202020204" pitchFamily="34" charset="0"/>
              </a:rPr>
              <a:t>A la hora de guardar la nota, se debe “FORMALIZAR PROMEDIO” como “ORDINARIA”</a:t>
            </a:r>
          </a:p>
          <a:p>
            <a:endParaRPr lang="es-MX" dirty="0"/>
          </a:p>
          <a:p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8420231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53D68897-2738-4780-8A94-56A8F27333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192" y="657708"/>
            <a:ext cx="11631616" cy="5542583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0222699D-5939-4ADB-BC6A-3A7D77FC5911}"/>
              </a:ext>
            </a:extLst>
          </p:cNvPr>
          <p:cNvSpPr/>
          <p:nvPr/>
        </p:nvSpPr>
        <p:spPr>
          <a:xfrm>
            <a:off x="2633869" y="803483"/>
            <a:ext cx="1431235" cy="18553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ADD1D14-252F-477B-9737-AF0E360D77F9}"/>
              </a:ext>
            </a:extLst>
          </p:cNvPr>
          <p:cNvSpPr/>
          <p:nvPr/>
        </p:nvSpPr>
        <p:spPr>
          <a:xfrm>
            <a:off x="371061" y="1828800"/>
            <a:ext cx="3034748" cy="18553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1F95702-F57F-4B4C-BAF5-4F9C4B7ECAF0}"/>
              </a:ext>
            </a:extLst>
          </p:cNvPr>
          <p:cNvSpPr/>
          <p:nvPr/>
        </p:nvSpPr>
        <p:spPr>
          <a:xfrm>
            <a:off x="2365513" y="1610139"/>
            <a:ext cx="1967948" cy="18553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A97C4DD-A4D5-40A2-B5C9-E657339900DA}"/>
              </a:ext>
            </a:extLst>
          </p:cNvPr>
          <p:cNvSpPr/>
          <p:nvPr/>
        </p:nvSpPr>
        <p:spPr>
          <a:xfrm>
            <a:off x="5645426" y="2058260"/>
            <a:ext cx="2305878" cy="20786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11" name="Flecha: a la izquierda y arriba 10">
            <a:extLst>
              <a:ext uri="{FF2B5EF4-FFF2-40B4-BE49-F238E27FC236}">
                <a16:creationId xmlns:a16="http://schemas.microsoft.com/office/drawing/2014/main" id="{39FAEECA-5E63-4B5A-85D0-3CF1C2786992}"/>
              </a:ext>
            </a:extLst>
          </p:cNvPr>
          <p:cNvSpPr/>
          <p:nvPr/>
        </p:nvSpPr>
        <p:spPr>
          <a:xfrm>
            <a:off x="10455965" y="2058260"/>
            <a:ext cx="1455843" cy="2432349"/>
          </a:xfrm>
          <a:prstGeom prst="left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6110547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B2B79BB-18B4-4B2B-AF9B-242E1175DECC}"/>
              </a:ext>
            </a:extLst>
          </p:cNvPr>
          <p:cNvSpPr txBox="1">
            <a:spLocks/>
          </p:cNvSpPr>
          <p:nvPr/>
        </p:nvSpPr>
        <p:spPr>
          <a:xfrm>
            <a:off x="838200" y="2027078"/>
            <a:ext cx="10515600" cy="3448123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</a:schemeClr>
            </a:solidFill>
          </a:ln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s-MX" dirty="0">
              <a:latin typeface="Century Gothic" panose="020B0502020202020204" pitchFamily="34" charset="0"/>
            </a:endParaRPr>
          </a:p>
          <a:p>
            <a:pPr algn="ctr"/>
            <a:r>
              <a:rPr lang="es-MX" dirty="0">
                <a:latin typeface="Century Gothic" panose="020B0502020202020204" pitchFamily="34" charset="0"/>
              </a:rPr>
              <a:t>Una vez seleccionada la opción de Ordinaria, le aparecerá un mensaje como el siguiente:</a:t>
            </a:r>
          </a:p>
          <a:p>
            <a:pPr marL="0" indent="0" algn="ctr">
              <a:buNone/>
            </a:pPr>
            <a:r>
              <a:rPr lang="es-MX" b="1" dirty="0">
                <a:latin typeface="Century Gothic" panose="020B0502020202020204" pitchFamily="34" charset="0"/>
              </a:rPr>
              <a:t>“Las notas fueron formalizadas con éxito”</a:t>
            </a:r>
          </a:p>
          <a:p>
            <a:pPr marL="0" indent="0" algn="ctr">
              <a:buNone/>
            </a:pPr>
            <a:r>
              <a:rPr lang="es-MX" dirty="0">
                <a:latin typeface="Century Gothic" panose="020B0502020202020204" pitchFamily="34" charset="0"/>
              </a:rPr>
              <a:t>Y en este momento ya podría salir del sistema.</a:t>
            </a:r>
          </a:p>
          <a:p>
            <a:endParaRPr lang="es-MX" dirty="0"/>
          </a:p>
          <a:p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40072714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FBED640-7268-47E4-BCDE-E7041C972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57569"/>
            <a:ext cx="10515600" cy="114286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MX" sz="6600" dirty="0">
                <a:latin typeface="Century Gothic" panose="020B0502020202020204" pitchFamily="34" charset="0"/>
              </a:rPr>
              <a:t>GRACIAS</a:t>
            </a:r>
            <a:endParaRPr lang="es-CR" sz="6600" dirty="0">
              <a:latin typeface="Century Gothic" panose="020B0502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525887F-BADF-4EF3-A6D0-304CFB947A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911" b="14648"/>
          <a:stretch/>
        </p:blipFill>
        <p:spPr>
          <a:xfrm>
            <a:off x="5351147" y="4000431"/>
            <a:ext cx="1489705" cy="84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3451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88EA79922ACAF48BE77216A9960550D" ma:contentTypeVersion="14" ma:contentTypeDescription="Crear nuevo documento." ma:contentTypeScope="" ma:versionID="587def253abee21ca3c6620cb4cfdb97">
  <xsd:schema xmlns:xsd="http://www.w3.org/2001/XMLSchema" xmlns:xs="http://www.w3.org/2001/XMLSchema" xmlns:p="http://schemas.microsoft.com/office/2006/metadata/properties" xmlns:ns3="9b22bb2c-430b-4231-9855-1e44aae98687" xmlns:ns4="260e53d8-9a06-48fa-9748-66e86351ebdf" targetNamespace="http://schemas.microsoft.com/office/2006/metadata/properties" ma:root="true" ma:fieldsID="6af43c5f79a0db33e989128701b9a601" ns3:_="" ns4:_="">
    <xsd:import namespace="9b22bb2c-430b-4231-9855-1e44aae98687"/>
    <xsd:import namespace="260e53d8-9a06-48fa-9748-66e86351ebd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EventHashCode" minOccurs="0"/>
                <xsd:element ref="ns3:MediaServiceGenerationTime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22bb2c-430b-4231-9855-1e44aae9868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0e53d8-9a06-48fa-9748-66e86351ebd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2D15A1F-C8C1-4BBA-8160-10EECA0C7EA8}">
  <ds:schemaRefs>
    <ds:schemaRef ds:uri="http://purl.org/dc/elements/1.1/"/>
    <ds:schemaRef ds:uri="http://schemas.microsoft.com/office/infopath/2007/PartnerControls"/>
    <ds:schemaRef ds:uri="http://purl.org/dc/terms/"/>
    <ds:schemaRef ds:uri="http://www.w3.org/XML/1998/namespace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schemas.openxmlformats.org/package/2006/metadata/core-properties"/>
    <ds:schemaRef ds:uri="260e53d8-9a06-48fa-9748-66e86351ebdf"/>
    <ds:schemaRef ds:uri="9b22bb2c-430b-4231-9855-1e44aae98687"/>
  </ds:schemaRefs>
</ds:datastoreItem>
</file>

<file path=customXml/itemProps2.xml><?xml version="1.0" encoding="utf-8"?>
<ds:datastoreItem xmlns:ds="http://schemas.openxmlformats.org/officeDocument/2006/customXml" ds:itemID="{4A823DEE-C97D-4828-AECF-ABCDB23F067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FD34E2C-C8E2-45F9-9511-1167E67556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b22bb2c-430b-4231-9855-1e44aae98687"/>
    <ds:schemaRef ds:uri="260e53d8-9a06-48fa-9748-66e86351eb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385</TotalTime>
  <Words>169</Words>
  <Application>Microsoft Office PowerPoint</Application>
  <PresentationFormat>Panorámica</PresentationFormat>
  <Paragraphs>18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Century Gothic</vt:lpstr>
      <vt:lpstr>Tema de Office</vt:lpstr>
      <vt:lpstr>Usuario y clave</vt:lpstr>
      <vt:lpstr>  GUÍA DE USO PLATAFORMA AVATAR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GUÍA DE USO PLATAFORMA AVATAR</dc:title>
  <dc:creator>Viviana Ruiz Grillo</dc:creator>
  <cp:lastModifiedBy>Oscar Centeno  Mora</cp:lastModifiedBy>
  <cp:revision>9</cp:revision>
  <dcterms:created xsi:type="dcterms:W3CDTF">2021-12-03T14:54:31Z</dcterms:created>
  <dcterms:modified xsi:type="dcterms:W3CDTF">2022-08-17T21:41:37Z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0x010100588EA79922ACAF48BE77216A9960550D</vt:lpwstr>
  </property>
</Properties>
</file>